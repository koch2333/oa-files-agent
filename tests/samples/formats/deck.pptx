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90441-BFCD-4AD9-B75A-DC7F183EC57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A6855-30E2-4400-A519-BA44FE608A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120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讲稿备注 </a:t>
            </a:r>
            <a:r>
              <a:rPr lang="en-US" altLang="zh-CN"/>
              <a:t>speaker-notes-marker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6855-30E2-4400-A519-BA44FE608AC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009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A88DF-67BC-ED82-AFD1-AC9E8F490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E57CD6-2526-DD10-C120-A6B3236B5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2C4141-727F-72B9-0028-44797653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E15CB-BF29-5CCF-8185-215AAC4D4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D28FDF-E1F3-61A6-FEDF-0EDB4752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71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56172-55BE-762E-C496-4BA3C90D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2FDE9-21F1-112E-D8E7-80136A25D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4B501-3DC3-B2F1-147F-2D903D57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2BC000-3364-B185-80EA-89BEB7E2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6C1301-9C55-7E5B-4E0B-2E58B368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478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A2735-E713-C3D8-CE68-63456D6A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BA0263-3D4F-7E0B-12FE-85BA1704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221BB-7007-409B-25E7-5C3DFD088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4E1B47-E739-0676-3F61-443042112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8ACD3-33E3-9D3A-434B-E1ED945B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15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E7C1ED-2805-690A-459A-3CEF3E0C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555CC9-A9B9-46F9-FB2C-C97FEC9B9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EBDD59-82E3-104E-C4DF-704696786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DF43B0-1ED5-CAD5-E954-78E511A8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54D0EB-26EE-83F5-5FE1-F02C9A317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7A166C-2BCC-48AA-93D6-9F7378C9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685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D675E-434D-56D6-82C7-8815FD9D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B2A2CF-F4F4-2FF6-33A6-80E74249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BF6C93-374A-CB20-BD97-90F1943F6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787DF3-06F7-7397-C86A-D7E8D143A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65B1E5-A0F6-901A-62EF-3E63511CF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CB0714-E779-EF10-D974-DB662A66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0C78DF-FB65-BDF3-85E5-F23CD8824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513638-FF05-C2B3-9E91-801858F1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84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1100F-5FF8-D894-E373-861AED1A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9E6655-0E19-EC37-2253-F9601B7C3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1A995D-0C34-E63D-C3D7-813288BF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608121-4960-6803-63E4-FE237DF9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70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897BB1-CFD8-FFB0-1466-72BB0C2F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F5E02F-9F30-9AB9-1F25-C2FF9BDC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AF2D11-0AAE-1E22-3723-B737237A2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96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9D5B2-D5CC-175A-5EFC-EBBF01AC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E64057-4A50-D784-9D67-326C44568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D7AD82-9C0B-DB1B-3054-88B65055A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95C1DC-88A8-5395-0EE2-43A2BBFE5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03F737-04C6-FE14-FA35-1B39CF9CE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22DAD6-6DDC-1CFA-468F-D0758D467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85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5E311-5809-99B1-0E20-640A9347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7E1FB45-2CA6-1737-172C-F2DB460542F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787A52-6DDC-D549-B75D-E9CE02E19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8B79E3-A0F2-5F97-766A-079E3F16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01597B-734B-E720-1ADA-294DB04E7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9BA379-39DA-24C6-A75E-673B8858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59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BD559-91F8-D3F0-AF9E-09D62403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B7FC56-890F-3850-8405-9069685BA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F4FFE7-FF57-3BC3-108B-83113AAE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F1C48-B1C3-2913-A25D-9AEC88D9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93AFFA-B343-B0FF-DB9A-D23BA2FB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600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8F72A8-3D0D-55C3-A8A7-7890DC7D2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4C81D6-1B7A-729D-D556-9DAD9C27B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31ADD1-CC88-9068-8E72-9C930D97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03BDAF-5ABF-7993-B24D-53AEB9EF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C98C5-4C6C-C790-DEA3-33050CEF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412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C29DA-2465-A69B-F40E-C0CE513D3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D7F9AB-DAA4-CDA0-094E-F30278F81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5C57CA-AC78-5556-E6FF-6EBE48E27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180B9E-C75B-15DD-04F6-5B0079100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04098-CCE1-26B1-2FD4-8852888A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92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293561-60F0-E20A-154A-F77F6CAE1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0510C9-5F1F-02C9-4054-C8C587B5A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B09DE3-96D9-42A1-F909-26C4905C7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21002-A1D7-46CC-BCFC-992132ACFF4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1DFFD4-485A-7D5E-7D2A-782D7E26F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CA3D7C-EBCA-31F6-91D5-47C1D6D72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32DEC-D603-42D5-95FC-EF89FF7099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93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5FDB5-0823-5453-A5E7-DE2D0E020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2026 </a:t>
            </a:r>
            <a:r>
              <a:rPr lang="zh-CN" altLang="en-US"/>
              <a:t>年度工作汇报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7CCEB5-C7A8-F48A-E4CB-AF2CC6367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第一点：采购进度</a:t>
            </a:r>
          </a:p>
          <a:p>
            <a:r>
              <a:rPr lang="zh-CN" altLang="en-US"/>
              <a:t>第二点：</a:t>
            </a:r>
            <a:r>
              <a:rPr lang="en-US" altLang="zh-CN"/>
              <a:t>Budget in USD</a:t>
            </a:r>
          </a:p>
          <a:p>
            <a:r>
              <a:rPr lang="zh-CN" altLang="en-US"/>
              <a:t>第三点：风险与对策</a:t>
            </a:r>
          </a:p>
        </p:txBody>
      </p:sp>
    </p:spTree>
    <p:extLst>
      <p:ext uri="{BB962C8B-B14F-4D97-AF65-F5344CB8AC3E}">
        <p14:creationId xmlns:p14="http://schemas.microsoft.com/office/powerpoint/2010/main" val="201737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E776CE-4EAA-D43C-B222-B4216F0C0D24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第二页文本框 </a:t>
            </a:r>
            <a:r>
              <a:rPr lang="en-US" altLang="zh-CN"/>
              <a:t>Textbox-Marker</a:t>
            </a:r>
            <a:endParaRPr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8905C19-9E5A-20F5-B2DA-86B55E42B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345894"/>
              </p:ext>
            </p:extLst>
          </p:nvPr>
        </p:nvGraphicFramePr>
        <p:xfrm>
          <a:off x="635000" y="1905000"/>
          <a:ext cx="50800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41862164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55443038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/>
                        <a:t>列</a:t>
                      </a:r>
                      <a:r>
                        <a:rPr lang="en-US" altLang="zh-CN"/>
                        <a:t>A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列</a:t>
                      </a:r>
                      <a:r>
                        <a:rPr lang="en-US" altLang="zh-CN"/>
                        <a:t>B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57427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/>
                        <a:t>10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20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584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576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宽屏</PresentationFormat>
  <Paragraphs>11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2026 年度工作汇报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Koch2333</dc:creator>
  <cp:lastModifiedBy>Koch2333</cp:lastModifiedBy>
  <cp:revision>1</cp:revision>
  <dcterms:created xsi:type="dcterms:W3CDTF">2026-10-26T10:00:12Z</dcterms:created>
  <dcterms:modified xsi:type="dcterms:W3CDTF">2026-10-26T10:00:12Z</dcterms:modified>
</cp:coreProperties>
</file>